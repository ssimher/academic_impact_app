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学术影响力亮点评价汇报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学者分析会话: 10
总证据数: 6
高价值证据数: 0
重要引用团队数: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Theoretical Foundation: 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MoiréTag: A Low-Cost Tag for High-Precision Tangible Interactions without Active Components
被引用论文: MoiréPose: ultra high precision camera-to-screen pose estimation based on Moiré pattern
重要作者/团队: unknown
Fellow 状态: unknown
中文亮点评价: 《MoiréTag: A Low-Cost Tag for High-Precision Tangible Interactions without Active Components》在理论建模或公式推导中使用了《MoiréPose: ultra high precision camera-to-screen pose estimation based on Moiré pattern》的核心思想，说明该工作具有理论基础性影响。
英文原文 citation_text: This Moiré phenomenon has been shown to be effective in various applications, such as pose [21] and camera position [37]. With the well-established theory framework of Moiré pattern as the basis, MoiréTag provides an easy way for people to use the Moiré phenomenon to create and use ad-hoc interfaces.
evidence_type: theoretical_foundation
stance: positive
score: 0.9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Theoretical Foundation: 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Moiré Spectral Augmentation and Masked Frequency Modeling for Document Presentation Attack Detection
被引用论文: MoiréPose: ultra high precision camera-to-screen pose estimation based on Moiré pattern
重要作者/团队: unknown
Fellow 状态: unknown
中文亮点评价: 《Moiré Spectral Augmentation and Masked Frequency Modeling for Document Presentation Attack Detection》在理论建模或公式推导中使用了《MoiréPose: ultra high precision camera-to-screen pose estimation based on Moiré pattern》的核心思想，说明该工作具有理论基础性影响。
英文原文 citation_text: The second type of MSPs is generated due to the frequency difference (FD) between the pair of displaying and imaging devices in the recapturing process [36]. According to Eq. (3), the spectral model shows a convolution operation between two Dirac comb functions.
evidence_type: theoretical_foundation
stance: positive
score: 0.9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Positive Evaluation: 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MoiréLens: Bringing Schlieren Imaging into Real-World Environments Using Moiré Patterns
被引用论文: MoiréPose: ultra high precision camera-to-screen pose estimation based on Moiré pattern
重要作者/团队: unknown
Fellow 状态: unknown
中文亮点评价: 《MoiréLens: Bringing Schlieren Imaging into Real-World Environments Using Moiré Patterns》对《MoiréPose: ultra high precision camera-to-screen pose estimation based on Moiré pattern》给出正向评价，可作为亮点评价候选，但仍应结合原文证据谨慎表述。
英文原文 citation_text: Interference between a camera CFA and a high-frequency grid background enables ultra-precise pose estimation and tracking [19–21]. MoiréPose targets 6-DoF localization [19], and MoiréVision extends this concept to curvilinear patterns with sub-pixel feature extraction [20]. MoiréVib demodulates periodic fringe motion for micro-vibration sensing [21]. To our knowledge, MoiréLens is the first to employ Moiré patterns for sensing air refractive-index perturbations.
evidence_type: background
stance: positive
score: 0.65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Method Foundation: 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MoiréTag: A Low-Cost Tag for High-Precision Tangible Interactions without Active Components
被引用论文: MoiréPose: ultra high precision camera-to-screen pose estimation based on Moiré pattern
重要作者/团队: unknown
Fellow 状态: unknown
中文亮点评价: 《MoiréTag: A Low-Cost Tag for High-Precision Tangible Interactions without Active Components》将《MoiréPose: ultra high precision camera-to-screen pose estimation based on Moiré pattern》作为方法来源或方法基础，说明该工作已进入后续研究的方法链路。
英文原文 citation_text: Successful attempts have also been made to employ Moiré patterns for tracking camera and object positions [7, 37], as well as advancing to pose estimation [21, 24, 32, 33]. MoiréTag adopted the validated methodology of calculating real displacement from Moiré pattern displacement and applied it in creating novel tangible user interfaces.
evidence_type: method_foundation
stance: positive
score: 0.6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Baseline Or Benchmark: 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Visual-Based Out-of-Plane Rotation Measurement Using 3-D Moiré-Based Marker
被引用论文: MoiréPose: ultra high precision camera-to-screen pose estimation based on Moiré pattern
重要作者/团队: unknown
Fellow 状态: unknown
中文亮点评价: 《Visual-Based Out-of-Plane Rotation Measurement Using 3-D Moiré-Based Marker》将《MoiréPose: ultra high precision camera-to-screen pose estimation based on Moiré pattern》作为 baseline 或 benchmark，说明该工作已成为该方向的代表性比较对象。
英文原文 citation_text: Some methods leverage the aliasing effect [15], [16], [17], which arises when a camera captures a target with a periodic pattern whose frequency closely matches the camera’s color filter array. The aliasing pattern is sensitive to the pose of the target, introducing the potential of an ultraprecise out-of-plane rotation measurement. However, the reported accuracy does not demonstrate superiority when compared to traditional solutions, which might be due to the inherently low-quality imaging of aliasing patterns. Furthermore, the working range is limited, as the frequencies of the target pattern and the camera’s color filter array must be closely matched.
evidence_type: baseline_or_benchmark
stance: negative
score: 0.6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领域定位引用：MoiréPose: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UbiPose: Towards Ubiquitous Outdoor AR Pose Tracking using Aerial Meshes
被引用论文: MoiréPose: ultra high precision camera-to-screen pose estimation based on Moiré pattern
重要作者/团队: unknown
Fellow 状态: unknown
中文亮点评价: 《UbiPose: Towards Ubiquitous Outdoor AR Pose Tracking using Aerial Meshes》在 Related Work 中将《MoiréPose: ultra high precision camera-to-screen pose estimation based on Moiré pattern》作为某一技术路线的代表性相关工作进行引用，说明该工作已进入该方向后续研究的技术脉络。
英文原文 citation_text: Other work explores estimating pose leveraging moir’e patterns’ high sensitivity to the camera’s pose changes [60], and improving pose tracking using inertial sensors [2, 75, 91].
evidence_type: representative_work
stance: neutral
score: 0.55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</a:clrScheme>
    <a:fontScheme name="Office">
      <a:majorFont/>
      <a:minorFont/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academic_impact_app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Impact Report</dc:title>
  <dc:creator>academic_impact_app</dc:creator>
</cp:coreProperties>
</file>