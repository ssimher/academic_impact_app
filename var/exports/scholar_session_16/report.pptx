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学术影响力亮点评价汇报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学者分析会话: 16</a:t>
            </a:r>
          </a:p>
          <a:p>
            <a:r>
              <a:t>总证据数: 3</a:t>
            </a:r>
          </a:p>
          <a:p>
            <a:r>
              <a:t>高价值证据数: 0</a:t>
            </a:r>
          </a:p>
          <a:p>
            <a:r>
              <a:t>重要引用团队数: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报告摘要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纳入报告卡片数：3</a:t>
            </a:r>
          </a:p>
          <a:p>
            <a:pPr>
              <a:defRPr sz="1800"/>
            </a:pPr>
            <a:r>
              <a:t>强证据卡片数：2</a:t>
            </a:r>
          </a:p>
          <a:p>
            <a:pPr>
              <a:defRPr sz="1800"/>
            </a:pPr>
            <a:r>
              <a:t>普通引用卡片数：0</a:t>
            </a:r>
          </a:p>
          <a:p>
            <a:pPr>
              <a:defRPr sz="1800"/>
            </a:pPr>
            <a:r>
              <a:t>重要作者引用数：2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 Yu 引用评价：MoiréPose: ultra high precision camera-to-screen pose estimation based on Moiré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类型: theoretical_foundation</a:t>
            </a:r>
          </a:p>
          <a:p>
            <a:pPr>
              <a:defRPr sz="1600"/>
            </a:pPr>
            <a:r>
              <a:t>引用论文: Moiré Backdoor Attack (MBA): A Novel Trigger for Pedestrian Detectors in the Physical World</a:t>
            </a:r>
          </a:p>
          <a:p>
            <a:pPr>
              <a:defRPr sz="1600"/>
            </a:pPr>
            <a:r>
              <a:t>被引论文: MoiréPose: ultra high precision camera-to-screen pose estimation based on Moiré pattern</a:t>
            </a:r>
          </a:p>
          <a:p>
            <a:pPr>
              <a:defRPr sz="1600"/>
            </a:pPr>
            <a:r>
              <a:t>重要作者/团队: H Yu</a:t>
            </a:r>
          </a:p>
          <a:p>
            <a:pPr>
              <a:defRPr sz="1600"/>
            </a:pPr>
            <a:r>
              <a:t>Fellow 状态: IEEE Fellow</a:t>
            </a:r>
          </a:p>
          <a:p>
            <a:pPr>
              <a:defRPr sz="1600"/>
            </a:pPr>
            <a:r>
              <a:t>中文亮点评价: H Yu（IEEE Fellow）在《Moiré Backdoor Attack (MBA): A Novel Trigger for Pedestrian Detectors in the Physical World》中在理论建模或公式推导中使用了《MoiréPose: ultra high precision camera-to-screen pose estimation based on Moiré pattern》的核心思想，说明该工作具有理论基础性影响。</a:t>
            </a:r>
          </a:p>
          <a:p>
            <a:pPr>
              <a:defRPr sz="1600"/>
            </a:pPr>
            <a:r>
              <a:t>英文原文 citation_text: When the two components (such as stripes, grids, waves, etc.) overlap, they produce shaded cross-stripes in the region of interference, with number and shape being dictated by the geometry and relative position of the two similar patterns [23, 42].</a:t>
            </a:r>
          </a:p>
          <a:p>
            <a:pPr>
              <a:defRPr sz="1600"/>
            </a:pPr>
            <a:r>
              <a:t>evidence_type: theoretical_foundation</a:t>
            </a:r>
          </a:p>
          <a:p>
            <a:pPr>
              <a:defRPr sz="1600"/>
            </a:pPr>
            <a:r>
              <a:t>stance: positive</a:t>
            </a:r>
          </a:p>
          <a:p>
            <a:pPr>
              <a:defRPr sz="1600"/>
            </a:pPr>
            <a:r>
              <a:t>score: 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类型: custom</a:t>
            </a:r>
          </a:p>
          <a:p>
            <a:pPr>
              <a:defRPr sz="1600"/>
            </a:pPr>
            <a:r>
              <a:t>引用论文: Moiré Spectral Augmentation and Masked Frequency Modeling for Document Presentation Attack Detection</a:t>
            </a:r>
          </a:p>
          <a:p>
            <a:pPr>
              <a:defRPr sz="1600"/>
            </a:pPr>
            <a:r>
              <a:t>被引论文: MoiréPose: ultra high precision camera-to-screen pose estimation based on Moiré pattern</a:t>
            </a:r>
          </a:p>
          <a:p>
            <a:pPr>
              <a:defRPr sz="1600"/>
            </a:pPr>
            <a:r>
              <a:t>重要作者/团队: unknown</a:t>
            </a:r>
          </a:p>
          <a:p>
            <a:pPr>
              <a:defRPr sz="1600"/>
            </a:pPr>
            <a:r>
              <a:t>Fellow 状态: unknown</a:t>
            </a:r>
          </a:p>
          <a:p>
            <a:pPr>
              <a:defRPr sz="1600"/>
            </a:pPr>
            <a:r>
              <a:t>中文亮点评价: 《Moiré Spectral Augmentation and Masked Frequency Modeling for Document Presentation Attack Detection》在理论建模或公式推导中使用了《MoiréPose: ultra high precision camera-to-screen pose estimation based on Moiré pattern》的核心思想，说明该工作具有理论基础性影响。</a:t>
            </a:r>
          </a:p>
          <a:p>
            <a:pPr>
              <a:defRPr sz="1600"/>
            </a:pPr>
            <a:r>
              <a:t>英文原文 citation_text: The second type of MSPs is generated due to the frequency difference (FD) between the pair of displaying and imaging devices in the recapturing process [36]. According to Eq. (3), the spectral model shows a convolution operation between two Dirac comb functions.</a:t>
            </a:r>
          </a:p>
          <a:p>
            <a:pPr>
              <a:defRPr sz="1600"/>
            </a:pPr>
            <a:r>
              <a:t>evidence_type: theoretical_foundation</a:t>
            </a:r>
          </a:p>
          <a:p>
            <a:pPr>
              <a:defRPr sz="1600"/>
            </a:pPr>
            <a:r>
              <a:t>stance: positive</a:t>
            </a:r>
          </a:p>
          <a:p>
            <a:pPr>
              <a:defRPr sz="1600"/>
            </a:pPr>
            <a:r>
              <a:t>score: 0.9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领域定位引用：MoiréPose: ultra high precision camera-to-screen pose estimation based on Moiré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类型: positive_evaluation</a:t>
            </a:r>
          </a:p>
          <a:p>
            <a:pPr>
              <a:defRPr sz="1600"/>
            </a:pPr>
            <a:r>
              <a:t>引用论文: UbiPose: Towards Ubiquitous Outdoor AR Pose Tracking using Aerial Meshes</a:t>
            </a:r>
          </a:p>
          <a:p>
            <a:pPr>
              <a:defRPr sz="1600"/>
            </a:pPr>
            <a:r>
              <a:t>被引论文: MoiréPose: ultra high precision camera-to-screen pose estimation based on Moiré pattern</a:t>
            </a:r>
          </a:p>
          <a:p>
            <a:pPr>
              <a:defRPr sz="1600"/>
            </a:pPr>
            <a:r>
              <a:t>重要作者/团队: Ramesh Govindan</a:t>
            </a:r>
          </a:p>
          <a:p>
            <a:pPr>
              <a:defRPr sz="1600"/>
            </a:pPr>
            <a:r>
              <a:t>Fellow 状态: ACM Fellow</a:t>
            </a:r>
          </a:p>
          <a:p>
            <a:pPr>
              <a:defRPr sz="1600"/>
            </a:pPr>
            <a:r>
              <a:t>中文亮点评价: Ramesh Govindan（ACM Fellow）在《UbiPose: Towards Ubiquitous Outdoor AR Pose Tracking using Aerial Meshes》中在 Related Work 中将《MoiréPose: ultra high precision camera-to-screen pose estimation based on Moiré pattern》作为某一技术路线的代表性相关工作进行引用，说明该工作已进入该方向后续研究的技术脉络。</a:t>
            </a:r>
          </a:p>
          <a:p>
            <a:pPr>
              <a:defRPr sz="1600"/>
            </a:pPr>
            <a:r>
              <a:t>英文原文 citation_text: Other work explores estimating pose leveraging moir’e patterns’ high sensitivity to the camera’s pose changes [60], and improving pose tracking using inertial sensors [2, 75, 91].</a:t>
            </a:r>
          </a:p>
          <a:p>
            <a:pPr>
              <a:defRPr sz="1600"/>
            </a:pPr>
            <a:r>
              <a:t>evidence_type: representative_work</a:t>
            </a:r>
          </a:p>
          <a:p>
            <a:pPr>
              <a:defRPr sz="1600"/>
            </a:pPr>
            <a:r>
              <a:t>stance: neutral</a:t>
            </a:r>
          </a:p>
          <a:p>
            <a:pPr>
              <a:defRPr sz="1600"/>
            </a:pPr>
            <a:r>
              <a:t>score: 0.55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