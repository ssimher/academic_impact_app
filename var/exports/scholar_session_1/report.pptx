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报告总览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332720" cy="274320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学术影响力亮点评价汇报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303520" cy="182880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374151"/>
                </a:solidFill>
              </a:rPr>
              <a:t>学者分析会话：1
纳入报告卡片数：1
强证据卡片数：1
普通/待复核卡片数：0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报告摘要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303520" cy="42062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</a:rPr>
              <a:t>纳入报告卡片数：1
理论基础 / 方法采用：1
代表性相关工作：0
局限性反馈：0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2062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</a:rPr>
              <a:t>本页用于概览，不展示长 quote。每张卡片独立成页，quote 区块使用高亮 PNG，避免网页字段式堆叠。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方法采用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943600" cy="7315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</a:rPr>
              <a:t>Independent Citing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114800" cy="36576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Science / 2025</a:t>
            </a:r>
          </a:p>
        </p:txBody>
      </p:sp>
      <p:pic>
        <p:nvPicPr>
          <p:cNvPr id="8" name="Picture 7" descr="quo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577840" cy="1342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143000"/>
            <a:ext cx="4846320" cy="23317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原文支持“方法采用”这一证据判断。并围绕 method foundation、citation evidence 展开表述，因此支持“方法采用”判断。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03320"/>
            <a:ext cx="4846320" cy="14630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evidence_type：method_foundation
stance：positive
score：0.9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原文引句：Cited Scholar Paper provides a method foundation for reviewable citation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