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报告总览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332720" cy="274320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学术影响力亮点评价汇报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303520" cy="182880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374151"/>
                </a:solidFill>
              </a:rPr>
              <a:t>学者分析会话：18
纳入报告卡片数：3
强证据卡片数：2
普通/待复核卡片数：1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报告摘要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303520" cy="42062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</a:rPr>
              <a:t>纳入报告卡片数：3
理论基础 / 方法采用：2
代表性相关工作：1
局限性反馈：0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572000" cy="42062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</a:rPr>
              <a:t>本页用于概览，不展示长 quote。每张卡片独立成页，quote 区块使用高亮 PNG，避免网页字段式堆叠。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理论基础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943600" cy="7315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</a:rPr>
              <a:t>Moiré Spectral Augmentation and Masked Frequency Modeling for Document Presentation Attack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114800" cy="36576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</a:rPr>
              <a:t>IEEE Transactions on Dependable and Secure Computing / 2025</a:t>
            </a:r>
          </a:p>
        </p:txBody>
      </p:sp>
      <p:pic>
        <p:nvPicPr>
          <p:cNvPr id="8" name="Picture 7" descr="quot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577840" cy="1342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143000"/>
            <a:ext cx="4846320" cy="23317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《Moiré Spectral Augmentation and Masked Frequency Modeling for Document Presentation Attack Detection》（IEEE Transactions on Dependable and Secure Computing / 2025）在“The second type of MSPs is generated due to the frequency dif-”中通过 [36] 围绕 spectral model / convolution operation / Dirac comb / Eq. (3) / the spectral model 展开建模/推导。这说明《MoiréPose: ultra high precision camera-to-screen pose estimation based on Moiré pattern》中的相关方法或概念，被后续工作用于理论推导、模型解释或技术论证。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703320"/>
            <a:ext cx="4846320" cy="14630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evidence_type：theoretical_foundation
stance：positive
score：0.9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原文引句：According to Eq. (3), the spectral model shows a convolution operation between two Dirac comb functions.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理论基础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943600" cy="7315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</a:rPr>
              <a:t>Moiré Spectral Augmentation and Masked Frequency Modeling for Document Presentation Attack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114800" cy="36576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</a:rPr>
              <a:t>IEEE Transactions on Dependable and Secure Computing / 2025</a:t>
            </a:r>
          </a:p>
        </p:txBody>
      </p:sp>
      <p:pic>
        <p:nvPicPr>
          <p:cNvPr id="8" name="Picture 7" descr="quot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577840" cy="1342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143000"/>
            <a:ext cx="4846320" cy="23317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《Moiré Spectral Augmentation and Masked Frequency Modeling for Document Presentation Attack Detection》（IEEE Transactions on Dependable and Secure Computing / 2025）在“The second type of MSPs is generated due to the frequency dif-”中通过 [36] 围绕 frequency difference / FD / convolution operation / spectral model / [36] 展开建模/推导。这说明《MoiréPose: ultra high precision camera-to-screen pose estimation based on Moiré pattern》中的相关方法或概念，被后续工作用于理论推导、模型解释或技术论证。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703320"/>
            <a:ext cx="4846320" cy="14630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evidence_type：theoretical_foundation
stance：neutral
score：0.8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原文引句：The second type of MSPs is generated due to the frequency difference (FD) between the pair of displaying and imaging devices in the recapturing process [36]. According to Eq. (3), the spectral model shows a convolution operation between two Dirac comb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50"/>
          </a:solidFill>
          <a:ln>
            <a:solidFill>
              <a:srgbClr val="0F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384048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学术引用证据分析 - 同行评价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09728"/>
            <a:ext cx="1920240" cy="384048"/>
          </a:xfrm>
          <a:prstGeom prst="roundRect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46304"/>
            <a:ext cx="1737360" cy="256032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代表性相关工作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943600" cy="7315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</a:rPr>
              <a:t>UbiPose: Towards Ubiquitous Outdoor AR Pose Tracking using Aerial Meshes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114800" cy="36576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</a:rPr>
              <a:t>MobiCom / 2023</a:t>
            </a:r>
          </a:p>
        </p:txBody>
      </p:sp>
      <p:pic>
        <p:nvPicPr>
          <p:cNvPr id="8" name="Picture 7" descr="quot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577840" cy="1342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143000"/>
            <a:ext cx="4846320" cy="233172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Ramesh Govindan（ACM Fellow）团队在《UbiPose: Towards Ubiquitous Outdoor AR Pose Tracking using Aerial Meshes》（MobiCom / 2023）在 Related Work 中将《MoiréPose: ultra high precision camera-to-screen pose estimation based on Moiré pattern》纳入后续技术路线梳理，并提到 moiré patterns / pose changes / [60] / explores estimating pose leveraging moiré patterns / the camera's pose changes。这说明目标论文已进入该方向的技术脉络，但原文没有给出直接性能评价或高度赞扬。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703320"/>
            <a:ext cx="4846320" cy="146304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重要作者：Ramesh Govindan
荣誉身份：ACM Fellow
evidence_type：representative_work
stance：neutral
score：0.55
风险提示：这不是直接正向评价，不应包装成高度评价。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square" lIns="25400" rIns="25400" tIns="1270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原文引句：Other work explores estimating pose leveraging moiré patterns' high sensitivity to the camera's pose changes [60], and improving pose tracking using inertial sensors [2, 75, 91].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