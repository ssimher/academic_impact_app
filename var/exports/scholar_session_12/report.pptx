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"/>
</file>

<file path=ppt/viewProps.xml><?xml version="1.0" encoding="utf-8"?>
<p:viewPr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<Relationships xmlns="http://schemas.openxmlformats.org/package/2006/relationships"/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ayout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学术影响力亮点评价汇报</a:t>
            </a:r>
          </a:p>
        </p:txBody>
      </p:sp>
      <p:sp>
        <p:nvSpPr>
          <p:cNvPr id="3" name="Content"/>
          <p:cNvSpPr/>
          <p:nvPr/>
        </p:nvSpPr>
        <p:spPr/>
        <p:txBody>
          <a:bodyPr wrap="square"/>
          <a:lstStyle/>
          <a:p>
            <a:r>
              <a:t>学者分析会话: 12
总证据数: 6
高价值证据数: 0
重要引用团队数: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Theoretical Foundation: MoiréPose: ultra high precision camera-to-screen pose estimation based on Moiré pattern</a:t>
            </a:r>
          </a:p>
        </p:txBody>
      </p:sp>
      <p:sp>
        <p:nvSpPr>
          <p:cNvPr id="3" name="Content"/>
          <p:cNvSpPr/>
          <p:nvPr/>
        </p:nvSpPr>
        <p:spPr/>
        <p:txBody>
          <a:bodyPr wrap="square"/>
          <a:lstStyle/>
          <a:p>
            <a:r>
              <a:t>引用论文: MoiréTag: A Low-Cost Tag for High-Precision Tangible Interactions without Active Components
被引用论文: MoiréPose: ultra high precision camera-to-screen pose estimation based on Moiré pattern
重要作者/团队: unknown
Fellow 状态: unknown
中文亮点评价: 《MoiréTag: A Low-Cost Tag for High-Precision Tangible Interactions without Active Components》在理论建模或公式推导中使用了《MoiréPose: ultra high precision camera-to-screen pose estimation based on Moiré pattern》的核心思想，说明该工作具有理论基础性影响。
英文原文 citation_text: This Moiré phenomenon has been shown to be effective in various applications, such as pose [21] and camera position [37]. With the well-established theory framework of Moiré pattern as the basis, MoiréTag provides an easy way for people to use the Moiré phenomenon to create and use ad-hoc interfaces.
evidence_type: theoretical_foundation
stance: positive
score: 0.9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Theoretical Foundation: MoiréPose: ultra high precision camera-to-screen pose estimation based on Moiré pattern</a:t>
            </a:r>
          </a:p>
        </p:txBody>
      </p:sp>
      <p:sp>
        <p:nvSpPr>
          <p:cNvPr id="3" name="Content"/>
          <p:cNvSpPr/>
          <p:nvPr/>
        </p:nvSpPr>
        <p:spPr/>
        <p:txBody>
          <a:bodyPr wrap="square"/>
          <a:lstStyle/>
          <a:p>
            <a:r>
              <a:t>引用论文: Moiré Spectral Augmentation and Masked Frequency Modeling for Document Presentation Attack Detection
被引用论文: MoiréPose: ultra high precision camera-to-screen pose estimation based on Moiré pattern
重要作者/团队: unknown
Fellow 状态: unknown
中文亮点评价: 《Moiré Spectral Augmentation and Masked Frequency Modeling for Document Presentation Attack Detection》在理论建模或公式推导中使用了《MoiréPose: ultra high precision camera-to-screen pose estimation based on Moiré pattern》的核心思想，说明该工作具有理论基础性影响。
英文原文 citation_text: The second type of MSPs is generated due to the frequency difference (FD) between the pair of displaying and imaging devices in the recapturing process [36].
evidence_type: theoretical_foundation
stance: positive
score: 0.9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Theoretical Foundation: MoiréPose: ultra high precision camera-to-screen pose estimation based on Moiré pattern</a:t>
            </a:r>
          </a:p>
        </p:txBody>
      </p:sp>
      <p:sp>
        <p:nvSpPr>
          <p:cNvPr id="3" name="Content"/>
          <p:cNvSpPr/>
          <p:nvPr/>
        </p:nvSpPr>
        <p:spPr/>
        <p:txBody>
          <a:bodyPr wrap="square"/>
          <a:lstStyle/>
          <a:p>
            <a:r>
              <a:t>引用论文: Moiré Backdoor Attack (MBA): A Novel Trigger for Pedestrian Detectors in the Physical World
被引用论文: MoiréPose: ultra high precision camera-to-screen pose estimation based on Moiré pattern
重要作者/团队: unknown
Fellow 状态: unknown
中文亮点评价: 《Moiré Backdoor Attack (MBA): A Novel Trigger for Pedestrian Detectors in the Physical World》在理论建模或公式推导中使用了《MoiréPose: ultra high precision camera-to-screen pose estimation based on Moiré pattern》的核心思想，说明该工作具有理论基础性影响。
英文原文 citation_text: When the two components (such as stripes, grids, waves, etc.) overlap, they produce shaded cross-stripes in the region of interference, with number and shape being dictated by the geometry and relative position of the two similar patterns [23, 42].
evidence_type: theoretical_foundation
stance: neutral
score: 0.8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Method Foundation: MoiréPose: ultra high precision camera-to-screen pose estimation based on Moiré pattern</a:t>
            </a:r>
          </a:p>
        </p:txBody>
      </p:sp>
      <p:sp>
        <p:nvSpPr>
          <p:cNvPr id="3" name="Content"/>
          <p:cNvSpPr/>
          <p:nvPr/>
        </p:nvSpPr>
        <p:spPr/>
        <p:txBody>
          <a:bodyPr wrap="square"/>
          <a:lstStyle/>
          <a:p>
            <a:r>
              <a:t>引用论文: MoiréTag: A Low-Cost Tag for High-Precision Tangible Interactions without Active Components
被引用论文: MoiréPose: ultra high precision camera-to-screen pose estimation based on Moiré pattern
重要作者/团队: unknown
Fellow 状态: unknown
中文亮点评价: 《MoiréTag: A Low-Cost Tag for High-Precision Tangible Interactions without Active Components》将《MoiréPose: ultra high precision camera-to-screen pose estimation based on Moiré pattern》作为方法来源或方法基础，说明该工作已进入后续研究的方法链路。
英文原文 citation_text: Successful attempts have also been made to employ Moiré patterns for tracking camera and object positions [7, 37], as well as advancing to pose estimation [21, 24, 32, 33]. MoiréTag adopted the validated methodology of calculating real displacement from Moiré pattern displacement and applied it in creating novel tangible user interfaces.
evidence_type: method_foundation
stance: positive
score: 0.6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领域定位引用：MoiréPose: ultra high precision camera-to-screen pose estimation based on Moiré pattern</a:t>
            </a:r>
          </a:p>
        </p:txBody>
      </p:sp>
      <p:sp>
        <p:nvSpPr>
          <p:cNvPr id="3" name="Content"/>
          <p:cNvSpPr/>
          <p:nvPr/>
        </p:nvSpPr>
        <p:spPr/>
        <p:txBody>
          <a:bodyPr wrap="square"/>
          <a:lstStyle/>
          <a:p>
            <a:r>
              <a:t>引用论文: MoiréTag: A Low-Cost Tag for High-Precision Tangible Interactions without Active Components
被引用论文: MoiréPose: ultra high precision camera-to-screen pose estimation based on Moiré pattern
重要作者/团队: unknown
Fellow 状态: unknown
中文亮点评价: 《MoiréTag: A Low-Cost Tag for High-Precision Tangible Interactions without Active Components》在 Related Work 中将《MoiréPose: ultra high precision camera-to-screen pose estimation based on Moiré pattern》作为某一技术路线的代表性相关工作进行引用，说明该工作已进入该方向后续研究的技术脉络。
英文原文 citation_text: While there have been several attempts to use Moiré patterns for sensing and tracking objects [21], visualizing interactions [31], and analyzing mechanical properties [4], little has been studied about the use of Moiré patterns for indirectly sensing human interactions.
evidence_type: representative_work
stance: neutral
score: 0.55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领域定位引用：MoiréPose: ultra high precision camera-to-screen pose estimation based on Moiré pattern</a:t>
            </a:r>
          </a:p>
        </p:txBody>
      </p:sp>
      <p:sp>
        <p:nvSpPr>
          <p:cNvPr id="3" name="Content"/>
          <p:cNvSpPr/>
          <p:nvPr/>
        </p:nvSpPr>
        <p:spPr/>
        <p:txBody>
          <a:bodyPr wrap="square"/>
          <a:lstStyle/>
          <a:p>
            <a:r>
              <a:t>引用论文: UbiPose: Towards Ubiquitous Outdoor AR Pose Tracking using Aerial Meshes
被引用论文: MoiréPose: ultra high precision camera-to-screen pose estimation based on Moiré pattern
重要作者/团队: Ramesh Govindan
Fellow 状态: ACM Fellow
中文亮点评价: Ramesh Govindan（ACM Fellow）在《UbiPose: Towards Ubiquitous Outdoor AR Pose Tracking using Aerial Meshes》中在 Related Work 中将《MoiréPose: ultra high precision camera-to-screen pose estimation based on Moiré pattern》作为某一技术路线的代表性相关工作进行引用，说明该工作已进入该方向后续研究的技术脉络。
英文原文 citation_text: Other work explores estimating pose leveraging moiré patterns’ high sensitivity to the camera’s pose changes [60], and improving pose tracking using inertial sensors [2, 75, 91].
evidence_type: representative_work
stance: neutral
score: 0.55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</a:clrScheme>
    <a:fontScheme name="Office">
      <a:majorFont/>
      <a:minorFont/>
    </a:fontScheme>
    <a:fmtScheme name="Office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academic_impact_app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Impact Report</dc:title>
  <dc:creator>academic_impact_app</dc:creator>
</cp:coreProperties>
</file>